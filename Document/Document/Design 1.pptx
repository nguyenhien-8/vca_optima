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DA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>
        <p:scale>
          <a:sx n="150" d="100"/>
          <a:sy n="150" d="100"/>
        </p:scale>
        <p:origin x="86" y="-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94EC4-D832-B7AA-E703-7C7D83E12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718561-907E-B64C-A788-DFCFBB83C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C24C2-DC2B-18AE-6648-935EC2675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2EA83-1859-4248-BEA2-9E84BA5A20D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FE835-A27F-3E32-A159-679B120DA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87504-E501-BF6E-6C4E-5D3EE3663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B5FFC-D25D-445B-95BE-86B3F7C72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726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0425C-FFE7-EF47-F0A7-2394C2863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6F50C-4AF3-2195-56DE-FE2E73FEA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0E325-4D7F-B87D-5A52-E87FE5760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2EA83-1859-4248-BEA2-9E84BA5A20D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BA8F9-3114-240D-3829-F982350D7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B185C-6B2E-E280-3CAD-8159C212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B5FFC-D25D-445B-95BE-86B3F7C72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21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0B361-D217-D681-855F-CDA442804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BB828-A906-F514-7051-2D4BD017A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DBB95-D15B-1436-C247-D326A84A8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2EA83-1859-4248-BEA2-9E84BA5A20D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3A7D8-6AD5-6285-C3F2-F1D7137FC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CE809-E106-49A4-29E1-1D6E46B5E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B5FFC-D25D-445B-95BE-86B3F7C72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117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F6D27-ED49-4D28-E86C-640094F5C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F1351-854A-0783-2B81-3C1468010A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DFBCC0-BC09-137F-5E99-D02EA9C39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C803DB-FE9A-D81E-FC4B-01B46C6B7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2EA83-1859-4248-BEA2-9E84BA5A20D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AE5D47-BE1E-B0EE-72AD-32A1072B7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153506-453F-495A-AB9A-E100A2F13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B5FFC-D25D-445B-95BE-86B3F7C72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251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36694-0C41-D276-5A08-9016C2306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18804-A293-147D-E11E-12757F80B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EBEC4F-CC0B-3E9A-6637-C070F62F3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19514A-0DE2-F357-3D59-A239265AF9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070973-23A3-34A5-0318-DBB42AD098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C5F850-6054-9B54-75AB-898B22A9D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2EA83-1859-4248-BEA2-9E84BA5A20D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0675C0-AE35-71B2-42D2-FA65FE678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66DA8C-C8DA-7D25-FFA5-5D51986DE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B5FFC-D25D-445B-95BE-86B3F7C72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994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2C387-5603-DAEF-6B2A-EE9084AA7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3CD357-9AFC-51A2-0CBB-98E983118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2EA83-1859-4248-BEA2-9E84BA5A20D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68DF19-F800-63BE-9BC4-749E03B0D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7947A0-2A1F-2C10-F42A-90E83ED32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B5FFC-D25D-445B-95BE-86B3F7C72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526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D56FC4-696F-FCF8-69A4-BCA80DDE5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2EA83-1859-4248-BEA2-9E84BA5A20D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C65C1E-FF2A-FB48-0F27-28F5CE49A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098626-32F3-F0C4-71D1-61022A153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B5FFC-D25D-445B-95BE-86B3F7C72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82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6CB07-1BB4-30BE-5E44-ADA9E69FE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FA152-5C71-6D66-D291-113D69BA1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65C998-4154-AA68-BD1C-21D80ECDFA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DA75D9-51D5-CC1C-5772-F717348E5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2EA83-1859-4248-BEA2-9E84BA5A20D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B81A7-E700-FA05-462A-2634E46D3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EE16B-43C4-D1E3-67E2-2FD7C89E8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B5FFC-D25D-445B-95BE-86B3F7C72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37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87A11-6570-D7C1-A735-B2013FE05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DEB807-26E1-0AC9-E773-B669CB222F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FA0D94-45BE-CE70-B31C-53E492521E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2E38D-0333-F150-F194-5DEF3FE77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2EA83-1859-4248-BEA2-9E84BA5A20D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439474-B901-F1CC-DA29-5D818DD2A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09367F-9FE9-8A18-A994-3A4C94424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B5FFC-D25D-445B-95BE-86B3F7C72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238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49614-3397-8D63-91D8-8E6845083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A18AE3-267B-8024-9F78-5CE0D6B695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EBCFA-2B7D-C8E3-0FC7-6BE587608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2EA83-1859-4248-BEA2-9E84BA5A20D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02049-3671-11EB-27D6-4D9EE5904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1BFC1-1707-20F6-A1CE-6617182B9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B5FFC-D25D-445B-95BE-86B3F7C72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740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6E72A0-7E80-68A0-D605-D39DC69378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F57886-8D31-7539-0122-D98BB0EF9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4D747-0E5E-2DAE-61E4-D3606BE7A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2EA83-1859-4248-BEA2-9E84BA5A20D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67DA7-5109-BE8C-60E0-9A52D82CB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24EE4-51BF-1595-A4D1-E9CB5F1F6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B5FFC-D25D-445B-95BE-86B3F7C72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586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B04765-2CF0-4F86-AF1E-0ED394935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8A942-8399-8746-CA47-4CC0643E6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CBA94-4CDD-7B5F-C6EA-1A45AE3ADC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2EA83-1859-4248-BEA2-9E84BA5A20D4}" type="datetimeFigureOut">
              <a:rPr lang="en-US" smtClean="0"/>
              <a:t>1/31/2026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6BA72-AE66-8ED4-38BE-698341F66E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6E95D-519F-2E62-C8C3-B0804DDCD8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B5FFC-D25D-445B-95BE-86B3F7C72C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597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826EEE8B-F069-F4C7-3C0A-475132941C71}"/>
              </a:ext>
            </a:extLst>
          </p:cNvPr>
          <p:cNvSpPr/>
          <p:nvPr/>
        </p:nvSpPr>
        <p:spPr>
          <a:xfrm rot="10800000">
            <a:off x="467139" y="679502"/>
            <a:ext cx="4080476" cy="2101133"/>
          </a:xfrm>
          <a:prstGeom prst="round2SameRect">
            <a:avLst>
              <a:gd name="adj1" fmla="val 9916"/>
              <a:gd name="adj2" fmla="val 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A54DE304-E813-94B6-EE28-230EC3FFC1D4}"/>
              </a:ext>
            </a:extLst>
          </p:cNvPr>
          <p:cNvSpPr/>
          <p:nvPr/>
        </p:nvSpPr>
        <p:spPr>
          <a:xfrm>
            <a:off x="467138" y="308113"/>
            <a:ext cx="4080475" cy="369332"/>
          </a:xfrm>
          <a:prstGeom prst="round2SameRect">
            <a:avLst>
              <a:gd name="adj1" fmla="val 42014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65BD1B8-5AAE-34EC-284E-325267152B20}"/>
              </a:ext>
            </a:extLst>
          </p:cNvPr>
          <p:cNvSpPr/>
          <p:nvPr/>
        </p:nvSpPr>
        <p:spPr>
          <a:xfrm>
            <a:off x="467136" y="308113"/>
            <a:ext cx="4080479" cy="2472524"/>
          </a:xfrm>
          <a:prstGeom prst="roundRect">
            <a:avLst>
              <a:gd name="adj" fmla="val 7453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728CB2E-9D35-1A5A-AA73-CDEA6CF53689}"/>
              </a:ext>
            </a:extLst>
          </p:cNvPr>
          <p:cNvCxnSpPr>
            <a:cxnSpLocks/>
          </p:cNvCxnSpPr>
          <p:nvPr/>
        </p:nvCxnSpPr>
        <p:spPr>
          <a:xfrm flipV="1">
            <a:off x="467139" y="675386"/>
            <a:ext cx="4080474" cy="412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4CF5145-5D6F-7590-AD69-AB59AD51BE0E}"/>
              </a:ext>
            </a:extLst>
          </p:cNvPr>
          <p:cNvSpPr txBox="1"/>
          <p:nvPr/>
        </p:nvSpPr>
        <p:spPr>
          <a:xfrm>
            <a:off x="467139" y="675386"/>
            <a:ext cx="974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Camera: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EB81FAE-3993-05E4-65C1-99B6885BC0D4}"/>
              </a:ext>
            </a:extLst>
          </p:cNvPr>
          <p:cNvSpPr/>
          <p:nvPr/>
        </p:nvSpPr>
        <p:spPr>
          <a:xfrm>
            <a:off x="558137" y="1042659"/>
            <a:ext cx="1264920" cy="31495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>
                <a:solidFill>
                  <a:schemeClr val="tx1"/>
                </a:solidFill>
              </a:rPr>
              <a:t>V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9CE1B3D-2F9F-9323-1387-31F6BBCF8D07}"/>
              </a:ext>
            </a:extLst>
          </p:cNvPr>
          <p:cNvCxnSpPr>
            <a:cxnSpLocks/>
          </p:cNvCxnSpPr>
          <p:nvPr/>
        </p:nvCxnSpPr>
        <p:spPr>
          <a:xfrm>
            <a:off x="467139" y="2350828"/>
            <a:ext cx="4080476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5151BBD-D1D2-66FA-6FF5-8089812548EC}"/>
              </a:ext>
            </a:extLst>
          </p:cNvPr>
          <p:cNvSpPr/>
          <p:nvPr/>
        </p:nvSpPr>
        <p:spPr>
          <a:xfrm>
            <a:off x="1835316" y="2410300"/>
            <a:ext cx="1422400" cy="279398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</a:rPr>
              <a:t>Apply and Close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843BAEC-4BAB-32F5-AF0C-8A8AD0BB1CD6}"/>
              </a:ext>
            </a:extLst>
          </p:cNvPr>
          <p:cNvSpPr/>
          <p:nvPr/>
        </p:nvSpPr>
        <p:spPr>
          <a:xfrm>
            <a:off x="3350806" y="2410300"/>
            <a:ext cx="894080" cy="279398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Cancel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090D4C-0652-92E2-F278-746C632B3226}"/>
              </a:ext>
            </a:extLst>
          </p:cNvPr>
          <p:cNvSpPr txBox="1"/>
          <p:nvPr/>
        </p:nvSpPr>
        <p:spPr>
          <a:xfrm>
            <a:off x="740193" y="313262"/>
            <a:ext cx="2499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Camera Configuration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6F7297-3BB7-3372-73E9-5706609172A9}"/>
              </a:ext>
            </a:extLst>
          </p:cNvPr>
          <p:cNvSpPr txBox="1"/>
          <p:nvPr/>
        </p:nvSpPr>
        <p:spPr>
          <a:xfrm>
            <a:off x="4116870" y="313262"/>
            <a:ext cx="336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6FD6781-F811-8233-1477-7F170AE7DD73}"/>
              </a:ext>
            </a:extLst>
          </p:cNvPr>
          <p:cNvSpPr/>
          <p:nvPr/>
        </p:nvSpPr>
        <p:spPr>
          <a:xfrm>
            <a:off x="2645927" y="738734"/>
            <a:ext cx="1785813" cy="1554441"/>
          </a:xfrm>
          <a:prstGeom prst="roundRect">
            <a:avLst>
              <a:gd name="adj" fmla="val 7781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75A7B02-1493-D9C1-8DC6-E3635DE898F9}"/>
              </a:ext>
            </a:extLst>
          </p:cNvPr>
          <p:cNvSpPr/>
          <p:nvPr/>
        </p:nvSpPr>
        <p:spPr>
          <a:xfrm>
            <a:off x="558137" y="1899077"/>
            <a:ext cx="819560" cy="341933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Connect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F9A22F-7B91-1795-6232-926D08F4E5EF}"/>
              </a:ext>
            </a:extLst>
          </p:cNvPr>
          <p:cNvSpPr txBox="1"/>
          <p:nvPr/>
        </p:nvSpPr>
        <p:spPr>
          <a:xfrm>
            <a:off x="2722761" y="1328440"/>
            <a:ext cx="1680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Camera Thread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FCA73AA-1D0A-27CB-FFEB-EE6D35FCF2D3}"/>
              </a:ext>
            </a:extLst>
          </p:cNvPr>
          <p:cNvSpPr/>
          <p:nvPr/>
        </p:nvSpPr>
        <p:spPr>
          <a:xfrm>
            <a:off x="1880207" y="1045816"/>
            <a:ext cx="372745" cy="31495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6F10CDB-7E10-E946-3538-0C81CAF84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055" y="1054706"/>
            <a:ext cx="310004" cy="30291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F0E77DC-2ED7-7C3B-A054-493307640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2839" y="308113"/>
            <a:ext cx="2331922" cy="32926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62D6C48-39FF-4F50-6526-BE25393C58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8079" y="612938"/>
            <a:ext cx="2270760" cy="624506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F41F0EE-29B3-3961-E8CE-4F415A8E66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1840" y="359166"/>
            <a:ext cx="220999" cy="218974"/>
          </a:xfrm>
          <a:prstGeom prst="rect">
            <a:avLst/>
          </a:prstGeom>
        </p:spPr>
      </p:pic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06D12D1C-E49C-BB27-65D7-5583FA39FA62}"/>
              </a:ext>
            </a:extLst>
          </p:cNvPr>
          <p:cNvSpPr/>
          <p:nvPr/>
        </p:nvSpPr>
        <p:spPr>
          <a:xfrm rot="10800000">
            <a:off x="467139" y="3795240"/>
            <a:ext cx="3912174" cy="1935000"/>
          </a:xfrm>
          <a:prstGeom prst="round2SameRect">
            <a:avLst>
              <a:gd name="adj1" fmla="val 9916"/>
              <a:gd name="adj2" fmla="val 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1431A7FF-DA20-6F29-0F85-2CC8EFA617F5}"/>
              </a:ext>
            </a:extLst>
          </p:cNvPr>
          <p:cNvSpPr/>
          <p:nvPr/>
        </p:nvSpPr>
        <p:spPr>
          <a:xfrm>
            <a:off x="467139" y="3423851"/>
            <a:ext cx="3912174" cy="369332"/>
          </a:xfrm>
          <a:prstGeom prst="round2SameRect">
            <a:avLst>
              <a:gd name="adj1" fmla="val 42014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3BFAECE-6536-02C6-1BF9-11754F8D843D}"/>
              </a:ext>
            </a:extLst>
          </p:cNvPr>
          <p:cNvSpPr/>
          <p:nvPr/>
        </p:nvSpPr>
        <p:spPr>
          <a:xfrm>
            <a:off x="467139" y="3423851"/>
            <a:ext cx="3912174" cy="2306390"/>
          </a:xfrm>
          <a:prstGeom prst="roundRect">
            <a:avLst>
              <a:gd name="adj" fmla="val 7453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976EDCE-E799-624D-D781-8E55C4112640}"/>
              </a:ext>
            </a:extLst>
          </p:cNvPr>
          <p:cNvCxnSpPr>
            <a:cxnSpLocks/>
          </p:cNvCxnSpPr>
          <p:nvPr/>
        </p:nvCxnSpPr>
        <p:spPr>
          <a:xfrm flipV="1">
            <a:off x="467139" y="3791124"/>
            <a:ext cx="3912174" cy="412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AD7BFDB-2279-2789-88D1-C60FBFE93FA1}"/>
              </a:ext>
            </a:extLst>
          </p:cNvPr>
          <p:cNvSpPr txBox="1"/>
          <p:nvPr/>
        </p:nvSpPr>
        <p:spPr>
          <a:xfrm>
            <a:off x="467139" y="3823944"/>
            <a:ext cx="974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Port: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AC8FF7B-C3C7-4050-033C-CD4B5E70A20C}"/>
              </a:ext>
            </a:extLst>
          </p:cNvPr>
          <p:cNvSpPr/>
          <p:nvPr/>
        </p:nvSpPr>
        <p:spPr>
          <a:xfrm>
            <a:off x="1202855" y="3873654"/>
            <a:ext cx="1674691" cy="31495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>
                <a:solidFill>
                  <a:schemeClr val="tx1"/>
                </a:solidFill>
              </a:rPr>
              <a:t>V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80AA17F-5051-34EC-E186-69B395E081B5}"/>
              </a:ext>
            </a:extLst>
          </p:cNvPr>
          <p:cNvCxnSpPr>
            <a:cxnSpLocks/>
          </p:cNvCxnSpPr>
          <p:nvPr/>
        </p:nvCxnSpPr>
        <p:spPr>
          <a:xfrm>
            <a:off x="467139" y="5234918"/>
            <a:ext cx="3912174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C4B1CD4-072B-6548-C964-04D887E9FE9C}"/>
              </a:ext>
            </a:extLst>
          </p:cNvPr>
          <p:cNvSpPr/>
          <p:nvPr/>
        </p:nvSpPr>
        <p:spPr>
          <a:xfrm>
            <a:off x="1835316" y="5333717"/>
            <a:ext cx="1422400" cy="279398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 and Close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F366EFB-335A-5E20-526B-A58A7323E1B1}"/>
              </a:ext>
            </a:extLst>
          </p:cNvPr>
          <p:cNvSpPr/>
          <p:nvPr/>
        </p:nvSpPr>
        <p:spPr>
          <a:xfrm>
            <a:off x="3350806" y="5333717"/>
            <a:ext cx="894080" cy="279398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Cancel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F9824F-45EF-B88B-82BE-975F1DC8CA5B}"/>
              </a:ext>
            </a:extLst>
          </p:cNvPr>
          <p:cNvSpPr txBox="1"/>
          <p:nvPr/>
        </p:nvSpPr>
        <p:spPr>
          <a:xfrm>
            <a:off x="740193" y="3429000"/>
            <a:ext cx="2499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Hardware Configuration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EBD91A-0525-BAC3-1944-D9519DC7BA61}"/>
              </a:ext>
            </a:extLst>
          </p:cNvPr>
          <p:cNvSpPr txBox="1"/>
          <p:nvPr/>
        </p:nvSpPr>
        <p:spPr>
          <a:xfrm>
            <a:off x="3965862" y="3429000"/>
            <a:ext cx="336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7F22F31-86C7-FD54-D489-23D334C772AD}"/>
              </a:ext>
            </a:extLst>
          </p:cNvPr>
          <p:cNvSpPr/>
          <p:nvPr/>
        </p:nvSpPr>
        <p:spPr>
          <a:xfrm>
            <a:off x="3041284" y="3876812"/>
            <a:ext cx="372745" cy="31495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400">
              <a:solidFill>
                <a:schemeClr val="tx1"/>
              </a:solidFill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73582C7-6E4A-9322-7A9A-4B00DC9F8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132" y="3885702"/>
            <a:ext cx="310004" cy="302911"/>
          </a:xfrm>
          <a:prstGeom prst="rect">
            <a:avLst/>
          </a:prstGeom>
        </p:spPr>
      </p:pic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B811DF2-384B-B797-5B43-7A774D9E5059}"/>
              </a:ext>
            </a:extLst>
          </p:cNvPr>
          <p:cNvSpPr/>
          <p:nvPr/>
        </p:nvSpPr>
        <p:spPr>
          <a:xfrm>
            <a:off x="1202856" y="4312340"/>
            <a:ext cx="1674690" cy="31495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483C7B5-8157-FD0F-C268-DC63DD1A2A27}"/>
              </a:ext>
            </a:extLst>
          </p:cNvPr>
          <p:cNvSpPr txBox="1"/>
          <p:nvPr/>
        </p:nvSpPr>
        <p:spPr>
          <a:xfrm>
            <a:off x="467137" y="4263935"/>
            <a:ext cx="974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Baud: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4B01163-094D-7BA2-C00F-CF82E5DE4708}"/>
              </a:ext>
            </a:extLst>
          </p:cNvPr>
          <p:cNvSpPr txBox="1"/>
          <p:nvPr/>
        </p:nvSpPr>
        <p:spPr>
          <a:xfrm>
            <a:off x="467137" y="4703103"/>
            <a:ext cx="2097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Status Query Period: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B62342F-72E7-7E70-C7CB-74D6912F99A4}"/>
              </a:ext>
            </a:extLst>
          </p:cNvPr>
          <p:cNvSpPr/>
          <p:nvPr/>
        </p:nvSpPr>
        <p:spPr>
          <a:xfrm>
            <a:off x="2507410" y="4732451"/>
            <a:ext cx="1137998" cy="31495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7CB6C0D-B10B-8C38-48FF-FBFBA3A729B9}"/>
              </a:ext>
            </a:extLst>
          </p:cNvPr>
          <p:cNvSpPr txBox="1"/>
          <p:nvPr/>
        </p:nvSpPr>
        <p:spPr>
          <a:xfrm>
            <a:off x="3631038" y="4735539"/>
            <a:ext cx="45328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9D7EE84-1460-343D-83FA-5C044E1E2A95}"/>
              </a:ext>
            </a:extLst>
          </p:cNvPr>
          <p:cNvSpPr/>
          <p:nvPr/>
        </p:nvSpPr>
        <p:spPr>
          <a:xfrm>
            <a:off x="1522979" y="1896794"/>
            <a:ext cx="1029791" cy="341933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Disconnect</a:t>
            </a:r>
          </a:p>
        </p:txBody>
      </p:sp>
    </p:spTree>
    <p:extLst>
      <p:ext uri="{BB962C8B-B14F-4D97-AF65-F5344CB8AC3E}">
        <p14:creationId xmlns:p14="http://schemas.microsoft.com/office/powerpoint/2010/main" val="2755691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Top Corners Rounded 18">
            <a:extLst>
              <a:ext uri="{FF2B5EF4-FFF2-40B4-BE49-F238E27FC236}">
                <a16:creationId xmlns:a16="http://schemas.microsoft.com/office/drawing/2014/main" id="{8D4EF2CF-5F71-468F-D0DB-E57DB898A8A0}"/>
              </a:ext>
            </a:extLst>
          </p:cNvPr>
          <p:cNvSpPr/>
          <p:nvPr/>
        </p:nvSpPr>
        <p:spPr>
          <a:xfrm rot="10800000">
            <a:off x="1161620" y="1850690"/>
            <a:ext cx="3553398" cy="2071068"/>
          </a:xfrm>
          <a:prstGeom prst="round2SameRect">
            <a:avLst>
              <a:gd name="adj1" fmla="val 9916"/>
              <a:gd name="adj2" fmla="val 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6FEA7DD4-DC2D-396D-700A-EA8E54916819}"/>
              </a:ext>
            </a:extLst>
          </p:cNvPr>
          <p:cNvSpPr/>
          <p:nvPr/>
        </p:nvSpPr>
        <p:spPr>
          <a:xfrm>
            <a:off x="1161620" y="1477245"/>
            <a:ext cx="3553398" cy="36933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F9F9C3E-9936-EEC4-083E-C49AE5158E28}"/>
              </a:ext>
            </a:extLst>
          </p:cNvPr>
          <p:cNvSpPr/>
          <p:nvPr/>
        </p:nvSpPr>
        <p:spPr>
          <a:xfrm>
            <a:off x="1161620" y="1479304"/>
            <a:ext cx="3553398" cy="2442453"/>
          </a:xfrm>
          <a:prstGeom prst="roundRect">
            <a:avLst>
              <a:gd name="adj" fmla="val 7453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2EB3913-99B0-32A2-9C63-C5356D56DDA6}"/>
              </a:ext>
            </a:extLst>
          </p:cNvPr>
          <p:cNvCxnSpPr>
            <a:cxnSpLocks/>
          </p:cNvCxnSpPr>
          <p:nvPr/>
        </p:nvCxnSpPr>
        <p:spPr>
          <a:xfrm flipV="1">
            <a:off x="1161620" y="1846574"/>
            <a:ext cx="3553398" cy="412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6FE395E-57B3-BE0C-2EBF-BC9449DA3B0D}"/>
              </a:ext>
            </a:extLst>
          </p:cNvPr>
          <p:cNvSpPr txBox="1"/>
          <p:nvPr/>
        </p:nvSpPr>
        <p:spPr>
          <a:xfrm>
            <a:off x="1154623" y="1987400"/>
            <a:ext cx="1276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Height: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ED437D0-3066-E1EA-972E-7A693ECB11A4}"/>
              </a:ext>
            </a:extLst>
          </p:cNvPr>
          <p:cNvSpPr/>
          <p:nvPr/>
        </p:nvSpPr>
        <p:spPr>
          <a:xfrm>
            <a:off x="2089203" y="2033262"/>
            <a:ext cx="1276780" cy="31495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>
                <a:solidFill>
                  <a:schemeClr val="tx1"/>
                </a:solidFill>
              </a:rPr>
              <a:t>V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0E8D94F-525D-4539-FD61-97C2EA6C8A96}"/>
              </a:ext>
            </a:extLst>
          </p:cNvPr>
          <p:cNvCxnSpPr>
            <a:cxnSpLocks/>
          </p:cNvCxnSpPr>
          <p:nvPr/>
        </p:nvCxnSpPr>
        <p:spPr>
          <a:xfrm>
            <a:off x="1161618" y="3429000"/>
            <a:ext cx="35534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BA14616-D7B2-735A-1F81-5B14DB37097C}"/>
              </a:ext>
            </a:extLst>
          </p:cNvPr>
          <p:cNvSpPr/>
          <p:nvPr/>
        </p:nvSpPr>
        <p:spPr>
          <a:xfrm>
            <a:off x="3515396" y="3517900"/>
            <a:ext cx="744601" cy="31495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Refill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5AD52E4-5515-FC27-5247-A5611637C301}"/>
              </a:ext>
            </a:extLst>
          </p:cNvPr>
          <p:cNvSpPr/>
          <p:nvPr/>
        </p:nvSpPr>
        <p:spPr>
          <a:xfrm>
            <a:off x="1648635" y="3512564"/>
            <a:ext cx="744601" cy="31495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2A1517-5437-0800-71A5-A8185BAAF98B}"/>
              </a:ext>
            </a:extLst>
          </p:cNvPr>
          <p:cNvSpPr txBox="1"/>
          <p:nvPr/>
        </p:nvSpPr>
        <p:spPr>
          <a:xfrm>
            <a:off x="1434674" y="1484453"/>
            <a:ext cx="2499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Syringe Control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3FCB02-8FC5-5392-D7BD-C56F67D1F960}"/>
              </a:ext>
            </a:extLst>
          </p:cNvPr>
          <p:cNvSpPr txBox="1"/>
          <p:nvPr/>
        </p:nvSpPr>
        <p:spPr>
          <a:xfrm>
            <a:off x="4259997" y="1484453"/>
            <a:ext cx="336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ADC395F-B7E5-0430-9D41-83A4BA52C943}"/>
              </a:ext>
            </a:extLst>
          </p:cNvPr>
          <p:cNvSpPr/>
          <p:nvPr/>
        </p:nvSpPr>
        <p:spPr>
          <a:xfrm>
            <a:off x="2089202" y="2696309"/>
            <a:ext cx="1276780" cy="314959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400">
                <a:solidFill>
                  <a:schemeClr val="tx1"/>
                </a:solidFill>
              </a:rPr>
              <a:t>V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11C5EAD-9FE9-55F3-9BEC-AB4F85730B3B}"/>
              </a:ext>
            </a:extLst>
          </p:cNvPr>
          <p:cNvSpPr txBox="1"/>
          <p:nvPr/>
        </p:nvSpPr>
        <p:spPr>
          <a:xfrm>
            <a:off x="1154621" y="2650162"/>
            <a:ext cx="974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Speed: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B4489C0-2191-B333-DED5-3B23E24DEC83}"/>
              </a:ext>
            </a:extLst>
          </p:cNvPr>
          <p:cNvSpPr txBox="1"/>
          <p:nvPr/>
        </p:nvSpPr>
        <p:spPr>
          <a:xfrm>
            <a:off x="5936818" y="3642855"/>
            <a:ext cx="2097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Status Query Period: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51B8A3B-CB4A-28E2-2F3F-78DB9619417F}"/>
              </a:ext>
            </a:extLst>
          </p:cNvPr>
          <p:cNvSpPr/>
          <p:nvPr/>
        </p:nvSpPr>
        <p:spPr>
          <a:xfrm>
            <a:off x="4063573" y="1930140"/>
            <a:ext cx="511442" cy="48757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9965261-C0B2-48FC-3AA6-EAE357DCBDE6}"/>
              </a:ext>
            </a:extLst>
          </p:cNvPr>
          <p:cNvSpPr txBox="1"/>
          <p:nvPr/>
        </p:nvSpPr>
        <p:spPr>
          <a:xfrm>
            <a:off x="6636919" y="4238816"/>
            <a:ext cx="45328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65C172B-E80E-B3F5-CF87-4D42DBDFD88A}"/>
              </a:ext>
            </a:extLst>
          </p:cNvPr>
          <p:cNvSpPr txBox="1"/>
          <p:nvPr/>
        </p:nvSpPr>
        <p:spPr>
          <a:xfrm>
            <a:off x="3390102" y="2027481"/>
            <a:ext cx="5114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mm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8C90D8-C38F-4D56-2DB4-937D6ECF3CCE}"/>
              </a:ext>
            </a:extLst>
          </p:cNvPr>
          <p:cNvSpPr txBox="1"/>
          <p:nvPr/>
        </p:nvSpPr>
        <p:spPr>
          <a:xfrm>
            <a:off x="3390102" y="2685677"/>
            <a:ext cx="5114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rpm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6A3CB1A-407F-11E6-4C2C-45DFD4F0449C}"/>
              </a:ext>
            </a:extLst>
          </p:cNvPr>
          <p:cNvSpPr/>
          <p:nvPr/>
        </p:nvSpPr>
        <p:spPr>
          <a:xfrm>
            <a:off x="4066803" y="2531917"/>
            <a:ext cx="511060" cy="48757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42" name="Arrow: Chevron 41">
            <a:extLst>
              <a:ext uri="{FF2B5EF4-FFF2-40B4-BE49-F238E27FC236}">
                <a16:creationId xmlns:a16="http://schemas.microsoft.com/office/drawing/2014/main" id="{99FCB698-96A4-305D-3DBF-09FE73BF2CAA}"/>
              </a:ext>
            </a:extLst>
          </p:cNvPr>
          <p:cNvSpPr/>
          <p:nvPr/>
        </p:nvSpPr>
        <p:spPr>
          <a:xfrm rot="16200000">
            <a:off x="4191160" y="2013227"/>
            <a:ext cx="256269" cy="308132"/>
          </a:xfrm>
          <a:prstGeom prst="chevron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" name="Arrow: Chevron 42">
            <a:extLst>
              <a:ext uri="{FF2B5EF4-FFF2-40B4-BE49-F238E27FC236}">
                <a16:creationId xmlns:a16="http://schemas.microsoft.com/office/drawing/2014/main" id="{84A4C23F-F4A8-4625-71E3-DA807974EDAD}"/>
              </a:ext>
            </a:extLst>
          </p:cNvPr>
          <p:cNvSpPr/>
          <p:nvPr/>
        </p:nvSpPr>
        <p:spPr>
          <a:xfrm rot="5400000">
            <a:off x="4191160" y="2621639"/>
            <a:ext cx="256269" cy="308132"/>
          </a:xfrm>
          <a:prstGeom prst="chevron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6730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1002</TotalTime>
  <Words>50</Words>
  <Application>Microsoft Office PowerPoint</Application>
  <PresentationFormat>Widescreen</PresentationFormat>
  <Paragraphs>31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MRBEN</dc:creator>
  <cp:lastModifiedBy>MRBEN</cp:lastModifiedBy>
  <cp:revision>8</cp:revision>
  <dcterms:created xsi:type="dcterms:W3CDTF">2026-01-28T00:02:11Z</dcterms:created>
  <dcterms:modified xsi:type="dcterms:W3CDTF">2026-01-31T09:40:21Z</dcterms:modified>
</cp:coreProperties>
</file>