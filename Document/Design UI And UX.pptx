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7FC"/>
    <a:srgbClr val="A3FBFF"/>
    <a:srgbClr val="09F3FF"/>
    <a:srgbClr val="D6D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4EC4-D832-B7AA-E703-7C7D83E1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18561-907E-B64C-A788-DFCFBB83C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24C2-DC2B-18AE-6648-935EC267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FE835-A27F-3E32-A159-679B120D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7504-E501-BF6E-6C4E-5D3EE366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2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425C-FFE7-EF47-F0A7-2394C286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6F50C-4AF3-2195-56DE-FE2E73FEA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0E325-4D7F-B87D-5A52-E87FE576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BA8F9-3114-240D-3829-F982350D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185C-6B2E-E280-3CAD-8159C212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2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B361-D217-D681-855F-CDA44280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B828-A906-F514-7051-2D4BD017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DBB95-D15B-1436-C247-D326A84A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A7D8-6AD5-6285-C3F2-F1D7137F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E809-E106-49A4-29E1-1D6E46B5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1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6D27-ED49-4D28-E86C-640094F5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1351-854A-0783-2B81-3C1468010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FBCC0-BC09-137F-5E99-D02EA9C39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803DB-FE9A-D81E-FC4B-01B46C6B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E5D47-BE1E-B0EE-72AD-32A1072B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53506-453F-495A-AB9A-E100A2F1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6694-0C41-D276-5A08-9016C230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18804-A293-147D-E11E-12757F80B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BEC4F-CC0B-3E9A-6637-C070F62F3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9514A-0DE2-F357-3D59-A239265AF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70973-23A3-34A5-0318-DBB42AD09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5F850-6054-9B54-75AB-898B22A9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675C0-AE35-71B2-42D2-FA65FE67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6DA8C-C8DA-7D25-FFA5-5D51986D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C387-5603-DAEF-6B2A-EE9084AA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CD357-9AFC-51A2-0CBB-98E98311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8DF19-F800-63BE-9BC4-749E03B0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947A0-2A1F-2C10-F42A-90E83ED3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2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56FC4-696F-FCF8-69A4-BCA80DDE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65C1E-FF2A-FB48-0F27-28F5CE49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8626-32F3-F0C4-71D1-61022A15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CB07-1BB4-30BE-5E44-ADA9E69F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FA152-5C71-6D66-D291-113D69BA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5C998-4154-AA68-BD1C-21D80ECD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A75D9-51D5-CC1C-5772-F717348E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B81A7-E700-FA05-462A-2634E46D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EE16B-43C4-D1E3-67E2-2FD7C89E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7A11-6570-D7C1-A735-B2013FE0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EB807-26E1-0AC9-E773-B669CB222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A0D94-45BE-CE70-B31C-53E492521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E38D-0333-F150-F194-5DEF3FE7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39474-B901-F1CC-DA29-5D818DD2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9367F-9FE9-8A18-A994-3A4C9442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3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9614-3397-8D63-91D8-8E684508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18AE3-267B-8024-9F78-5CE0D6B69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EBCFA-2B7D-C8E3-0FC7-6BE58760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02049-3671-11EB-27D6-4D9EE590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1BFC1-1707-20F6-A1CE-6617182B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4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E72A0-7E80-68A0-D605-D39DC6937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57886-8D31-7539-0122-D98BB0EF9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4D747-0E5E-2DAE-61E4-D3606BE7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7DA7-5109-BE8C-60E0-9A52D82C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4EE4-51BF-1595-A4D1-E9CB5F1F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8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04765-2CF0-4F86-AF1E-0ED39493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8A942-8399-8746-CA47-4CC0643E6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CBA94-4CDD-7B5F-C6EA-1A45AE3AD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2EA83-1859-4248-BEA2-9E84BA5A20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BA72-AE66-8ED4-38BE-698341F66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E95D-519F-2E62-C8C3-B0804DDCD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9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26EEE8B-F069-F4C7-3C0A-475132941C71}"/>
              </a:ext>
            </a:extLst>
          </p:cNvPr>
          <p:cNvSpPr/>
          <p:nvPr/>
        </p:nvSpPr>
        <p:spPr>
          <a:xfrm rot="10800000">
            <a:off x="467139" y="679502"/>
            <a:ext cx="4080476" cy="2101133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54DE304-E813-94B6-EE28-230EC3FFC1D4}"/>
              </a:ext>
            </a:extLst>
          </p:cNvPr>
          <p:cNvSpPr/>
          <p:nvPr/>
        </p:nvSpPr>
        <p:spPr>
          <a:xfrm>
            <a:off x="467138" y="308113"/>
            <a:ext cx="4080475" cy="369332"/>
          </a:xfrm>
          <a:prstGeom prst="round2SameRect">
            <a:avLst>
              <a:gd name="adj1" fmla="val 42014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5BD1B8-5AAE-34EC-284E-325267152B20}"/>
              </a:ext>
            </a:extLst>
          </p:cNvPr>
          <p:cNvSpPr/>
          <p:nvPr/>
        </p:nvSpPr>
        <p:spPr>
          <a:xfrm>
            <a:off x="467136" y="308113"/>
            <a:ext cx="4080479" cy="2472524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28CB2E-9D35-1A5A-AA73-CDEA6CF53689}"/>
              </a:ext>
            </a:extLst>
          </p:cNvPr>
          <p:cNvCxnSpPr>
            <a:cxnSpLocks/>
          </p:cNvCxnSpPr>
          <p:nvPr/>
        </p:nvCxnSpPr>
        <p:spPr>
          <a:xfrm flipV="1">
            <a:off x="467139" y="675386"/>
            <a:ext cx="4080474" cy="41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CF5145-5D6F-7590-AD69-AB59AD51BE0E}"/>
              </a:ext>
            </a:extLst>
          </p:cNvPr>
          <p:cNvSpPr txBox="1"/>
          <p:nvPr/>
        </p:nvSpPr>
        <p:spPr>
          <a:xfrm>
            <a:off x="467139" y="675386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Camera: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B81FAE-3993-05E4-65C1-99B6885BC0D4}"/>
              </a:ext>
            </a:extLst>
          </p:cNvPr>
          <p:cNvSpPr/>
          <p:nvPr/>
        </p:nvSpPr>
        <p:spPr>
          <a:xfrm>
            <a:off x="558137" y="1042659"/>
            <a:ext cx="126492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CE1B3D-2F9F-9323-1387-31F6BBCF8D07}"/>
              </a:ext>
            </a:extLst>
          </p:cNvPr>
          <p:cNvCxnSpPr>
            <a:cxnSpLocks/>
          </p:cNvCxnSpPr>
          <p:nvPr/>
        </p:nvCxnSpPr>
        <p:spPr>
          <a:xfrm>
            <a:off x="467139" y="2350828"/>
            <a:ext cx="408047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151BBD-D1D2-66FA-6FF5-8089812548EC}"/>
              </a:ext>
            </a:extLst>
          </p:cNvPr>
          <p:cNvSpPr/>
          <p:nvPr/>
        </p:nvSpPr>
        <p:spPr>
          <a:xfrm>
            <a:off x="1835316" y="2410300"/>
            <a:ext cx="142240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Apply and Close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43BAEC-4BAB-32F5-AF0C-8A8AD0BB1CD6}"/>
              </a:ext>
            </a:extLst>
          </p:cNvPr>
          <p:cNvSpPr/>
          <p:nvPr/>
        </p:nvSpPr>
        <p:spPr>
          <a:xfrm>
            <a:off x="3350806" y="2410300"/>
            <a:ext cx="89408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90D4C-0652-92E2-F278-746C632B3226}"/>
              </a:ext>
            </a:extLst>
          </p:cNvPr>
          <p:cNvSpPr txBox="1"/>
          <p:nvPr/>
        </p:nvSpPr>
        <p:spPr>
          <a:xfrm>
            <a:off x="740193" y="313262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Camera Configuration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F7297-3BB7-3372-73E9-5706609172A9}"/>
              </a:ext>
            </a:extLst>
          </p:cNvPr>
          <p:cNvSpPr txBox="1"/>
          <p:nvPr/>
        </p:nvSpPr>
        <p:spPr>
          <a:xfrm>
            <a:off x="4116870" y="313262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FD6781-F811-8233-1477-7F170AE7DD73}"/>
              </a:ext>
            </a:extLst>
          </p:cNvPr>
          <p:cNvSpPr/>
          <p:nvPr/>
        </p:nvSpPr>
        <p:spPr>
          <a:xfrm>
            <a:off x="2645927" y="738734"/>
            <a:ext cx="1785813" cy="1554441"/>
          </a:xfrm>
          <a:prstGeom prst="roundRect">
            <a:avLst>
              <a:gd name="adj" fmla="val 7781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5A7B02-1493-D9C1-8DC6-E3635DE898F9}"/>
              </a:ext>
            </a:extLst>
          </p:cNvPr>
          <p:cNvSpPr/>
          <p:nvPr/>
        </p:nvSpPr>
        <p:spPr>
          <a:xfrm>
            <a:off x="558137" y="1899077"/>
            <a:ext cx="819560" cy="34193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Connect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9A22F-7B91-1795-6232-926D08F4E5EF}"/>
              </a:ext>
            </a:extLst>
          </p:cNvPr>
          <p:cNvSpPr txBox="1"/>
          <p:nvPr/>
        </p:nvSpPr>
        <p:spPr>
          <a:xfrm>
            <a:off x="2722761" y="1328440"/>
            <a:ext cx="168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Camera Thread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CA73AA-1D0A-27CB-FFEB-EE6D35FCF2D3}"/>
              </a:ext>
            </a:extLst>
          </p:cNvPr>
          <p:cNvSpPr/>
          <p:nvPr/>
        </p:nvSpPr>
        <p:spPr>
          <a:xfrm>
            <a:off x="1880207" y="1045816"/>
            <a:ext cx="372745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6F10CDB-7E10-E946-3538-0C81CAF8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55" y="1054706"/>
            <a:ext cx="310004" cy="3029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0E77DC-2ED7-7C3B-A054-4933076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839" y="308113"/>
            <a:ext cx="2331922" cy="3292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2D6C48-39FF-4F50-6526-BE25393C5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079" y="612938"/>
            <a:ext cx="2270760" cy="62450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41F0EE-29B3-3961-E8CE-4F415A8E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40" y="359166"/>
            <a:ext cx="220999" cy="218974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6D12D1C-E49C-BB27-65D7-5583FA39FA62}"/>
              </a:ext>
            </a:extLst>
          </p:cNvPr>
          <p:cNvSpPr/>
          <p:nvPr/>
        </p:nvSpPr>
        <p:spPr>
          <a:xfrm rot="10800000">
            <a:off x="467139" y="3795240"/>
            <a:ext cx="3912174" cy="1935000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431A7FF-DA20-6F29-0F85-2CC8EFA617F5}"/>
              </a:ext>
            </a:extLst>
          </p:cNvPr>
          <p:cNvSpPr/>
          <p:nvPr/>
        </p:nvSpPr>
        <p:spPr>
          <a:xfrm>
            <a:off x="467139" y="3423851"/>
            <a:ext cx="3912174" cy="369332"/>
          </a:xfrm>
          <a:prstGeom prst="round2SameRect">
            <a:avLst>
              <a:gd name="adj1" fmla="val 42014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BFAECE-6536-02C6-1BF9-11754F8D843D}"/>
              </a:ext>
            </a:extLst>
          </p:cNvPr>
          <p:cNvSpPr/>
          <p:nvPr/>
        </p:nvSpPr>
        <p:spPr>
          <a:xfrm>
            <a:off x="467139" y="3423851"/>
            <a:ext cx="3912174" cy="2306390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76EDCE-E799-624D-D781-8E55C4112640}"/>
              </a:ext>
            </a:extLst>
          </p:cNvPr>
          <p:cNvCxnSpPr>
            <a:cxnSpLocks/>
          </p:cNvCxnSpPr>
          <p:nvPr/>
        </p:nvCxnSpPr>
        <p:spPr>
          <a:xfrm flipV="1">
            <a:off x="467139" y="3791124"/>
            <a:ext cx="3912174" cy="412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D7BFDB-2279-2789-88D1-C60FBFE93FA1}"/>
              </a:ext>
            </a:extLst>
          </p:cNvPr>
          <p:cNvSpPr txBox="1"/>
          <p:nvPr/>
        </p:nvSpPr>
        <p:spPr>
          <a:xfrm>
            <a:off x="467139" y="3823944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Port: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C8FF7B-C3C7-4050-033C-CD4B5E70A20C}"/>
              </a:ext>
            </a:extLst>
          </p:cNvPr>
          <p:cNvSpPr/>
          <p:nvPr/>
        </p:nvSpPr>
        <p:spPr>
          <a:xfrm>
            <a:off x="1202855" y="3873654"/>
            <a:ext cx="1674691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0AA17F-5051-34EC-E186-69B395E081B5}"/>
              </a:ext>
            </a:extLst>
          </p:cNvPr>
          <p:cNvCxnSpPr>
            <a:cxnSpLocks/>
          </p:cNvCxnSpPr>
          <p:nvPr/>
        </p:nvCxnSpPr>
        <p:spPr>
          <a:xfrm>
            <a:off x="467139" y="5234918"/>
            <a:ext cx="391217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4B1CD4-072B-6548-C964-04D887E9FE9C}"/>
              </a:ext>
            </a:extLst>
          </p:cNvPr>
          <p:cNvSpPr/>
          <p:nvPr/>
        </p:nvSpPr>
        <p:spPr>
          <a:xfrm>
            <a:off x="1835316" y="5333717"/>
            <a:ext cx="142240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and Close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366EFB-335A-5E20-526B-A58A7323E1B1}"/>
              </a:ext>
            </a:extLst>
          </p:cNvPr>
          <p:cNvSpPr/>
          <p:nvPr/>
        </p:nvSpPr>
        <p:spPr>
          <a:xfrm>
            <a:off x="3350806" y="5333717"/>
            <a:ext cx="89408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9824F-45EF-B88B-82BE-975F1DC8CA5B}"/>
              </a:ext>
            </a:extLst>
          </p:cNvPr>
          <p:cNvSpPr txBox="1"/>
          <p:nvPr/>
        </p:nvSpPr>
        <p:spPr>
          <a:xfrm>
            <a:off x="740193" y="3429000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Hardware Configuration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BD91A-0525-BAC3-1944-D9519DC7BA61}"/>
              </a:ext>
            </a:extLst>
          </p:cNvPr>
          <p:cNvSpPr txBox="1"/>
          <p:nvPr/>
        </p:nvSpPr>
        <p:spPr>
          <a:xfrm>
            <a:off x="3965862" y="3429000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7F22F31-86C7-FD54-D489-23D334C772AD}"/>
              </a:ext>
            </a:extLst>
          </p:cNvPr>
          <p:cNvSpPr/>
          <p:nvPr/>
        </p:nvSpPr>
        <p:spPr>
          <a:xfrm>
            <a:off x="3041284" y="3876812"/>
            <a:ext cx="372745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73582C7-6E4A-9322-7A9A-4B00DC9F8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32" y="3885702"/>
            <a:ext cx="310004" cy="302911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811DF2-384B-B797-5B43-7A774D9E5059}"/>
              </a:ext>
            </a:extLst>
          </p:cNvPr>
          <p:cNvSpPr/>
          <p:nvPr/>
        </p:nvSpPr>
        <p:spPr>
          <a:xfrm>
            <a:off x="1202856" y="4312340"/>
            <a:ext cx="167469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83C7B5-8157-FD0F-C268-DC63DD1A2A27}"/>
              </a:ext>
            </a:extLst>
          </p:cNvPr>
          <p:cNvSpPr txBox="1"/>
          <p:nvPr/>
        </p:nvSpPr>
        <p:spPr>
          <a:xfrm>
            <a:off x="467137" y="4263935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Baud: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B01163-094D-7BA2-C00F-CF82E5DE4708}"/>
              </a:ext>
            </a:extLst>
          </p:cNvPr>
          <p:cNvSpPr txBox="1"/>
          <p:nvPr/>
        </p:nvSpPr>
        <p:spPr>
          <a:xfrm>
            <a:off x="467137" y="4703103"/>
            <a:ext cx="209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Status Query Period: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62342F-72E7-7E70-C7CB-74D6912F99A4}"/>
              </a:ext>
            </a:extLst>
          </p:cNvPr>
          <p:cNvSpPr/>
          <p:nvPr/>
        </p:nvSpPr>
        <p:spPr>
          <a:xfrm>
            <a:off x="2507410" y="4732451"/>
            <a:ext cx="1137998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CB6C0D-B10B-8C38-48FF-FBFBA3A729B9}"/>
              </a:ext>
            </a:extLst>
          </p:cNvPr>
          <p:cNvSpPr txBox="1"/>
          <p:nvPr/>
        </p:nvSpPr>
        <p:spPr>
          <a:xfrm>
            <a:off x="3631038" y="4735539"/>
            <a:ext cx="453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9D7EE84-1460-343D-83FA-5C044E1E2A95}"/>
              </a:ext>
            </a:extLst>
          </p:cNvPr>
          <p:cNvSpPr/>
          <p:nvPr/>
        </p:nvSpPr>
        <p:spPr>
          <a:xfrm>
            <a:off x="1522979" y="1896794"/>
            <a:ext cx="1029791" cy="34193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Disconnect</a:t>
            </a:r>
          </a:p>
        </p:txBody>
      </p:sp>
    </p:spTree>
    <p:extLst>
      <p:ext uri="{BB962C8B-B14F-4D97-AF65-F5344CB8AC3E}">
        <p14:creationId xmlns:p14="http://schemas.microsoft.com/office/powerpoint/2010/main" val="275569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8D4EF2CF-5F71-468F-D0DB-E57DB898A8A0}"/>
              </a:ext>
            </a:extLst>
          </p:cNvPr>
          <p:cNvSpPr/>
          <p:nvPr/>
        </p:nvSpPr>
        <p:spPr>
          <a:xfrm rot="10800000">
            <a:off x="1161620" y="1850690"/>
            <a:ext cx="3553398" cy="2071068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FEA7DD4-DC2D-396D-700A-EA8E54916819}"/>
              </a:ext>
            </a:extLst>
          </p:cNvPr>
          <p:cNvSpPr/>
          <p:nvPr/>
        </p:nvSpPr>
        <p:spPr>
          <a:xfrm>
            <a:off x="1161620" y="1477245"/>
            <a:ext cx="3553398" cy="369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9F9C3E-9936-EEC4-083E-C49AE5158E28}"/>
              </a:ext>
            </a:extLst>
          </p:cNvPr>
          <p:cNvSpPr/>
          <p:nvPr/>
        </p:nvSpPr>
        <p:spPr>
          <a:xfrm>
            <a:off x="1161620" y="1479304"/>
            <a:ext cx="3553398" cy="2442453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EB3913-99B0-32A2-9C63-C5356D56DDA6}"/>
              </a:ext>
            </a:extLst>
          </p:cNvPr>
          <p:cNvCxnSpPr>
            <a:cxnSpLocks/>
          </p:cNvCxnSpPr>
          <p:nvPr/>
        </p:nvCxnSpPr>
        <p:spPr>
          <a:xfrm flipV="1">
            <a:off x="1161620" y="1846574"/>
            <a:ext cx="3553398" cy="41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FE395E-57B3-BE0C-2EBF-BC9449DA3B0D}"/>
              </a:ext>
            </a:extLst>
          </p:cNvPr>
          <p:cNvSpPr txBox="1"/>
          <p:nvPr/>
        </p:nvSpPr>
        <p:spPr>
          <a:xfrm>
            <a:off x="1154623" y="1987400"/>
            <a:ext cx="127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D437D0-3066-E1EA-972E-7A693ECB11A4}"/>
              </a:ext>
            </a:extLst>
          </p:cNvPr>
          <p:cNvSpPr/>
          <p:nvPr/>
        </p:nvSpPr>
        <p:spPr>
          <a:xfrm>
            <a:off x="2089203" y="2033262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E8D94F-525D-4539-FD61-97C2EA6C8A96}"/>
              </a:ext>
            </a:extLst>
          </p:cNvPr>
          <p:cNvCxnSpPr>
            <a:cxnSpLocks/>
          </p:cNvCxnSpPr>
          <p:nvPr/>
        </p:nvCxnSpPr>
        <p:spPr>
          <a:xfrm>
            <a:off x="1161618" y="3429000"/>
            <a:ext cx="35534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A14616-D7B2-735A-1F81-5B14DB37097C}"/>
              </a:ext>
            </a:extLst>
          </p:cNvPr>
          <p:cNvSpPr/>
          <p:nvPr/>
        </p:nvSpPr>
        <p:spPr>
          <a:xfrm>
            <a:off x="3515396" y="3517900"/>
            <a:ext cx="744601" cy="3149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AD52E4-5515-FC27-5247-A5611637C301}"/>
              </a:ext>
            </a:extLst>
          </p:cNvPr>
          <p:cNvSpPr/>
          <p:nvPr/>
        </p:nvSpPr>
        <p:spPr>
          <a:xfrm>
            <a:off x="1648635" y="3512564"/>
            <a:ext cx="744601" cy="3149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2A1517-5437-0800-71A5-A8185BAAF98B}"/>
              </a:ext>
            </a:extLst>
          </p:cNvPr>
          <p:cNvSpPr txBox="1"/>
          <p:nvPr/>
        </p:nvSpPr>
        <p:spPr>
          <a:xfrm>
            <a:off x="1434674" y="1484453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Motor ControlPanel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FCB02-8FC5-5392-D7BD-C56F67D1F960}"/>
              </a:ext>
            </a:extLst>
          </p:cNvPr>
          <p:cNvSpPr txBox="1"/>
          <p:nvPr/>
        </p:nvSpPr>
        <p:spPr>
          <a:xfrm>
            <a:off x="4259997" y="1484453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DC395F-B7E5-0430-9D41-83A4BA52C943}"/>
              </a:ext>
            </a:extLst>
          </p:cNvPr>
          <p:cNvSpPr/>
          <p:nvPr/>
        </p:nvSpPr>
        <p:spPr>
          <a:xfrm>
            <a:off x="2089202" y="2696309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1C5EAD-9FE9-55F3-9BEC-AB4F85730B3B}"/>
              </a:ext>
            </a:extLst>
          </p:cNvPr>
          <p:cNvSpPr txBox="1"/>
          <p:nvPr/>
        </p:nvSpPr>
        <p:spPr>
          <a:xfrm>
            <a:off x="1154621" y="2650162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51B8A3B-CB4A-28E2-2F3F-78DB9619417F}"/>
              </a:ext>
            </a:extLst>
          </p:cNvPr>
          <p:cNvSpPr/>
          <p:nvPr/>
        </p:nvSpPr>
        <p:spPr>
          <a:xfrm>
            <a:off x="4063573" y="1930140"/>
            <a:ext cx="511442" cy="487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5C172B-E80E-B3F5-CF87-4D42DBDFD88A}"/>
              </a:ext>
            </a:extLst>
          </p:cNvPr>
          <p:cNvSpPr txBox="1"/>
          <p:nvPr/>
        </p:nvSpPr>
        <p:spPr>
          <a:xfrm>
            <a:off x="3390102" y="2027481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C90D8-C38F-4D56-2DB4-937D6ECF3CCE}"/>
              </a:ext>
            </a:extLst>
          </p:cNvPr>
          <p:cNvSpPr txBox="1"/>
          <p:nvPr/>
        </p:nvSpPr>
        <p:spPr>
          <a:xfrm>
            <a:off x="3390102" y="2685677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A3CB1A-407F-11E6-4C2C-45DFD4F0449C}"/>
              </a:ext>
            </a:extLst>
          </p:cNvPr>
          <p:cNvSpPr/>
          <p:nvPr/>
        </p:nvSpPr>
        <p:spPr>
          <a:xfrm>
            <a:off x="4066803" y="2531917"/>
            <a:ext cx="511060" cy="487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99FCB698-96A4-305D-3DBF-09FE73BF2CAA}"/>
              </a:ext>
            </a:extLst>
          </p:cNvPr>
          <p:cNvSpPr/>
          <p:nvPr/>
        </p:nvSpPr>
        <p:spPr>
          <a:xfrm rot="16200000">
            <a:off x="4191160" y="2013227"/>
            <a:ext cx="256269" cy="30813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84A4C23F-F4A8-4625-71E3-DA807974EDAD}"/>
              </a:ext>
            </a:extLst>
          </p:cNvPr>
          <p:cNvSpPr/>
          <p:nvPr/>
        </p:nvSpPr>
        <p:spPr>
          <a:xfrm rot="5400000">
            <a:off x="4191160" y="2621639"/>
            <a:ext cx="256269" cy="30813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E8F82FA-5E31-0319-1144-1EFBEF1DA8D8}"/>
              </a:ext>
            </a:extLst>
          </p:cNvPr>
          <p:cNvSpPr/>
          <p:nvPr/>
        </p:nvSpPr>
        <p:spPr>
          <a:xfrm rot="10800000">
            <a:off x="6670390" y="1849421"/>
            <a:ext cx="3553398" cy="2352341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DD0BB8A8-E1E6-8A32-1F5A-54EDC65AE43C}"/>
              </a:ext>
            </a:extLst>
          </p:cNvPr>
          <p:cNvSpPr/>
          <p:nvPr/>
        </p:nvSpPr>
        <p:spPr>
          <a:xfrm>
            <a:off x="6660165" y="1515177"/>
            <a:ext cx="3553398" cy="34901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ECEE82-ACC7-6E57-9F38-AB66641A87A7}"/>
              </a:ext>
            </a:extLst>
          </p:cNvPr>
          <p:cNvSpPr/>
          <p:nvPr/>
        </p:nvSpPr>
        <p:spPr>
          <a:xfrm>
            <a:off x="6660165" y="1515178"/>
            <a:ext cx="3553398" cy="2686585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65ED76-30E1-2287-5831-830057A7111B}"/>
              </a:ext>
            </a:extLst>
          </p:cNvPr>
          <p:cNvCxnSpPr>
            <a:cxnSpLocks/>
          </p:cNvCxnSpPr>
          <p:nvPr/>
        </p:nvCxnSpPr>
        <p:spPr>
          <a:xfrm flipV="1">
            <a:off x="6660165" y="1864190"/>
            <a:ext cx="3553398" cy="41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2DAF3E-F422-5804-0C69-9186A624546E}"/>
              </a:ext>
            </a:extLst>
          </p:cNvPr>
          <p:cNvSpPr txBox="1"/>
          <p:nvPr/>
        </p:nvSpPr>
        <p:spPr>
          <a:xfrm>
            <a:off x="6649940" y="2066300"/>
            <a:ext cx="127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332D45-6F95-8909-19AA-DF28D1064D76}"/>
              </a:ext>
            </a:extLst>
          </p:cNvPr>
          <p:cNvSpPr/>
          <p:nvPr/>
        </p:nvSpPr>
        <p:spPr>
          <a:xfrm>
            <a:off x="7584520" y="2112162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597789-1A27-032F-DE18-EDB7295AD7ED}"/>
              </a:ext>
            </a:extLst>
          </p:cNvPr>
          <p:cNvCxnSpPr>
            <a:cxnSpLocks/>
          </p:cNvCxnSpPr>
          <p:nvPr/>
        </p:nvCxnSpPr>
        <p:spPr>
          <a:xfrm>
            <a:off x="6670390" y="3690943"/>
            <a:ext cx="35534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F3D888-C3A9-5953-43A3-C81B916C65F5}"/>
              </a:ext>
            </a:extLst>
          </p:cNvPr>
          <p:cNvSpPr/>
          <p:nvPr/>
        </p:nvSpPr>
        <p:spPr>
          <a:xfrm>
            <a:off x="9121698" y="3786847"/>
            <a:ext cx="887348" cy="3149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0E69F-A9B6-6088-36AD-8C76C531B1EB}"/>
              </a:ext>
            </a:extLst>
          </p:cNvPr>
          <p:cNvSpPr txBox="1"/>
          <p:nvPr/>
        </p:nvSpPr>
        <p:spPr>
          <a:xfrm>
            <a:off x="6906119" y="1502069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Motor ControlPanel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1A04E-69D4-9584-2AC5-FD981E386D18}"/>
              </a:ext>
            </a:extLst>
          </p:cNvPr>
          <p:cNvSpPr txBox="1"/>
          <p:nvPr/>
        </p:nvSpPr>
        <p:spPr>
          <a:xfrm>
            <a:off x="9758542" y="1502069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40068E-1C09-7F9B-22AE-646DA6F2C0C9}"/>
              </a:ext>
            </a:extLst>
          </p:cNvPr>
          <p:cNvSpPr/>
          <p:nvPr/>
        </p:nvSpPr>
        <p:spPr>
          <a:xfrm>
            <a:off x="7591516" y="2965124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2EBE9-4E7E-2F82-36CC-E7DA3FFA60A2}"/>
              </a:ext>
            </a:extLst>
          </p:cNvPr>
          <p:cNvSpPr txBox="1"/>
          <p:nvPr/>
        </p:nvSpPr>
        <p:spPr>
          <a:xfrm>
            <a:off x="6656935" y="2918977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7415C-0B62-52C1-19F2-17EC972D160B}"/>
              </a:ext>
            </a:extLst>
          </p:cNvPr>
          <p:cNvSpPr txBox="1"/>
          <p:nvPr/>
        </p:nvSpPr>
        <p:spPr>
          <a:xfrm>
            <a:off x="8885419" y="2106381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7386A-083F-C600-3AA7-9226B8AC88F9}"/>
              </a:ext>
            </a:extLst>
          </p:cNvPr>
          <p:cNvSpPr txBox="1"/>
          <p:nvPr/>
        </p:nvSpPr>
        <p:spPr>
          <a:xfrm>
            <a:off x="8892416" y="2954492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5CD43F7-ED98-0F41-EFEE-3C222DA5B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345" y="1930140"/>
            <a:ext cx="556308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3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CB2D3E7D-D1A9-5ECC-AE96-479E8BFD489B}"/>
              </a:ext>
            </a:extLst>
          </p:cNvPr>
          <p:cNvSpPr/>
          <p:nvPr/>
        </p:nvSpPr>
        <p:spPr>
          <a:xfrm>
            <a:off x="2857563" y="746601"/>
            <a:ext cx="7574249" cy="38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51BBFE-042B-FBC3-C12F-F9BFB43B3839}"/>
              </a:ext>
            </a:extLst>
          </p:cNvPr>
          <p:cNvSpPr/>
          <p:nvPr/>
        </p:nvSpPr>
        <p:spPr>
          <a:xfrm rot="10800000">
            <a:off x="1760188" y="1122321"/>
            <a:ext cx="8671624" cy="48196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6C6CC6-2759-1F90-024D-1B3756510B68}"/>
              </a:ext>
            </a:extLst>
          </p:cNvPr>
          <p:cNvSpPr/>
          <p:nvPr/>
        </p:nvSpPr>
        <p:spPr>
          <a:xfrm>
            <a:off x="1760194" y="1130275"/>
            <a:ext cx="8671623" cy="481166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0862A-697F-B85E-F40E-49A34C0D5DEB}"/>
              </a:ext>
            </a:extLst>
          </p:cNvPr>
          <p:cNvSpPr txBox="1"/>
          <p:nvPr/>
        </p:nvSpPr>
        <p:spPr>
          <a:xfrm>
            <a:off x="6839115" y="1451376"/>
            <a:ext cx="1276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3BE492-37CE-17C1-49BF-841704CD5EDA}"/>
              </a:ext>
            </a:extLst>
          </p:cNvPr>
          <p:cNvSpPr/>
          <p:nvPr/>
        </p:nvSpPr>
        <p:spPr>
          <a:xfrm>
            <a:off x="7732256" y="1487838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AAFB09-8180-1977-2DC3-2BBFEF8EAD67}"/>
              </a:ext>
            </a:extLst>
          </p:cNvPr>
          <p:cNvCxnSpPr>
            <a:cxnSpLocks/>
          </p:cNvCxnSpPr>
          <p:nvPr/>
        </p:nvCxnSpPr>
        <p:spPr>
          <a:xfrm>
            <a:off x="7968990" y="2852571"/>
            <a:ext cx="24562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B0835F-973B-3869-B100-96D8B445F929}"/>
              </a:ext>
            </a:extLst>
          </p:cNvPr>
          <p:cNvSpPr/>
          <p:nvPr/>
        </p:nvSpPr>
        <p:spPr>
          <a:xfrm>
            <a:off x="7732255" y="2104668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82BFD-DDCC-020C-A992-B7B21FF7A7B5}"/>
              </a:ext>
            </a:extLst>
          </p:cNvPr>
          <p:cNvSpPr txBox="1"/>
          <p:nvPr/>
        </p:nvSpPr>
        <p:spPr>
          <a:xfrm>
            <a:off x="6839115" y="2052436"/>
            <a:ext cx="974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6A820-829E-12D2-015C-D2EA74174505}"/>
              </a:ext>
            </a:extLst>
          </p:cNvPr>
          <p:cNvSpPr txBox="1"/>
          <p:nvPr/>
        </p:nvSpPr>
        <p:spPr>
          <a:xfrm>
            <a:off x="9036988" y="1468023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D4DD36-5908-7F0E-F81A-66385CB62749}"/>
              </a:ext>
            </a:extLst>
          </p:cNvPr>
          <p:cNvSpPr txBox="1"/>
          <p:nvPr/>
        </p:nvSpPr>
        <p:spPr>
          <a:xfrm>
            <a:off x="9036988" y="2078609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CECCCA-5C68-DAFF-AA92-2665E6A4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144" y="1216670"/>
            <a:ext cx="511426" cy="152727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76BD15-C07D-341F-D749-9BE8B46D8D0D}"/>
              </a:ext>
            </a:extLst>
          </p:cNvPr>
          <p:cNvCxnSpPr>
            <a:cxnSpLocks/>
          </p:cNvCxnSpPr>
          <p:nvPr/>
        </p:nvCxnSpPr>
        <p:spPr>
          <a:xfrm>
            <a:off x="6804632" y="1126314"/>
            <a:ext cx="2" cy="48156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3E0521-F570-C263-CCA2-6AFBE5B6EC1F}"/>
              </a:ext>
            </a:extLst>
          </p:cNvPr>
          <p:cNvSpPr txBox="1"/>
          <p:nvPr/>
        </p:nvSpPr>
        <p:spPr>
          <a:xfrm>
            <a:off x="3229870" y="3252077"/>
            <a:ext cx="205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Camera Previewer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269210-C9D3-3090-FA7C-30C181C942C0}"/>
              </a:ext>
            </a:extLst>
          </p:cNvPr>
          <p:cNvCxnSpPr>
            <a:cxnSpLocks/>
          </p:cNvCxnSpPr>
          <p:nvPr/>
        </p:nvCxnSpPr>
        <p:spPr>
          <a:xfrm>
            <a:off x="6798048" y="3439352"/>
            <a:ext cx="36337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F1E43AEC-D19F-0FC0-0AFF-ABE874260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257" y="2886839"/>
            <a:ext cx="891710" cy="5053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33CF1F-B167-5363-2BA1-1BA5B3D2F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36" y="2886838"/>
            <a:ext cx="469172" cy="50532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DF60566-BD54-D3E2-7C5E-AFB6CB7EA5DD}"/>
              </a:ext>
            </a:extLst>
          </p:cNvPr>
          <p:cNvSpPr txBox="1"/>
          <p:nvPr/>
        </p:nvSpPr>
        <p:spPr>
          <a:xfrm>
            <a:off x="6798048" y="2663942"/>
            <a:ext cx="122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Camera &amp; Video</a:t>
            </a: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B2DC2E9C-A099-5C5D-BC86-7686D1D19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188" y="746601"/>
            <a:ext cx="1097375" cy="3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8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8904-40EC-31BD-7E8C-11A1E901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89502CD-E73E-9DBD-4ABF-6F18A892F6AD}"/>
              </a:ext>
            </a:extLst>
          </p:cNvPr>
          <p:cNvSpPr/>
          <p:nvPr/>
        </p:nvSpPr>
        <p:spPr>
          <a:xfrm>
            <a:off x="2696797" y="549832"/>
            <a:ext cx="7574249" cy="38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C0892611-EAD8-E199-3460-89DA7078A14B}"/>
              </a:ext>
            </a:extLst>
          </p:cNvPr>
          <p:cNvSpPr/>
          <p:nvPr/>
        </p:nvSpPr>
        <p:spPr>
          <a:xfrm rot="10800000">
            <a:off x="1599422" y="925552"/>
            <a:ext cx="8671624" cy="48196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89863E-297E-EF1C-8E06-527E7E24AAF6}"/>
              </a:ext>
            </a:extLst>
          </p:cNvPr>
          <p:cNvSpPr/>
          <p:nvPr/>
        </p:nvSpPr>
        <p:spPr>
          <a:xfrm>
            <a:off x="1599428" y="933506"/>
            <a:ext cx="8671623" cy="481166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D446D-0B82-B83D-B6E0-03F17328EA88}"/>
              </a:ext>
            </a:extLst>
          </p:cNvPr>
          <p:cNvSpPr txBox="1"/>
          <p:nvPr/>
        </p:nvSpPr>
        <p:spPr>
          <a:xfrm>
            <a:off x="6678349" y="1254607"/>
            <a:ext cx="1276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DD357C-D32F-850B-CA29-3EBAE9D87B50}"/>
              </a:ext>
            </a:extLst>
          </p:cNvPr>
          <p:cNvSpPr/>
          <p:nvPr/>
        </p:nvSpPr>
        <p:spPr>
          <a:xfrm>
            <a:off x="7571490" y="1291069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DD8D8E-DBB6-B56E-9806-E3B34B14B599}"/>
              </a:ext>
            </a:extLst>
          </p:cNvPr>
          <p:cNvCxnSpPr>
            <a:cxnSpLocks/>
          </p:cNvCxnSpPr>
          <p:nvPr/>
        </p:nvCxnSpPr>
        <p:spPr>
          <a:xfrm>
            <a:off x="7808224" y="2655802"/>
            <a:ext cx="24562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750ACE-538E-1850-CECF-5DB76B0E927C}"/>
              </a:ext>
            </a:extLst>
          </p:cNvPr>
          <p:cNvSpPr/>
          <p:nvPr/>
        </p:nvSpPr>
        <p:spPr>
          <a:xfrm>
            <a:off x="7571489" y="1907899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F77903-AECB-908E-F1ED-A270AEFD0BDA}"/>
              </a:ext>
            </a:extLst>
          </p:cNvPr>
          <p:cNvSpPr txBox="1"/>
          <p:nvPr/>
        </p:nvSpPr>
        <p:spPr>
          <a:xfrm>
            <a:off x="6678349" y="1855667"/>
            <a:ext cx="974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C8A31-D2EC-00E0-CA86-B6248A3426D7}"/>
              </a:ext>
            </a:extLst>
          </p:cNvPr>
          <p:cNvSpPr txBox="1"/>
          <p:nvPr/>
        </p:nvSpPr>
        <p:spPr>
          <a:xfrm>
            <a:off x="8876222" y="1271254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B476C-BFAF-A4BB-607D-F5AC0504ADBC}"/>
              </a:ext>
            </a:extLst>
          </p:cNvPr>
          <p:cNvSpPr txBox="1"/>
          <p:nvPr/>
        </p:nvSpPr>
        <p:spPr>
          <a:xfrm>
            <a:off x="8876222" y="1881840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B3A1BA-3A00-7150-037A-D729CC4D4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378" y="1019901"/>
            <a:ext cx="511426" cy="152727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5F5C67-B38C-4E77-04A1-C753557E7535}"/>
              </a:ext>
            </a:extLst>
          </p:cNvPr>
          <p:cNvCxnSpPr>
            <a:cxnSpLocks/>
          </p:cNvCxnSpPr>
          <p:nvPr/>
        </p:nvCxnSpPr>
        <p:spPr>
          <a:xfrm>
            <a:off x="6643866" y="929545"/>
            <a:ext cx="2" cy="48156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FCC638-97C1-6870-8FA9-EB582F92AF14}"/>
              </a:ext>
            </a:extLst>
          </p:cNvPr>
          <p:cNvSpPr txBox="1"/>
          <p:nvPr/>
        </p:nvSpPr>
        <p:spPr>
          <a:xfrm>
            <a:off x="3069104" y="3055308"/>
            <a:ext cx="205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Camera Previewer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AEBAE9-B489-633F-B312-9673DC364E2D}"/>
              </a:ext>
            </a:extLst>
          </p:cNvPr>
          <p:cNvCxnSpPr>
            <a:cxnSpLocks/>
          </p:cNvCxnSpPr>
          <p:nvPr/>
        </p:nvCxnSpPr>
        <p:spPr>
          <a:xfrm>
            <a:off x="6637282" y="3242583"/>
            <a:ext cx="36337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B53B4-0270-8E93-0DAC-0158C5B34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491" y="2690070"/>
            <a:ext cx="891710" cy="50532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62973BC-577A-DC5E-8C6F-5B88ED1859E2}"/>
              </a:ext>
            </a:extLst>
          </p:cNvPr>
          <p:cNvSpPr txBox="1"/>
          <p:nvPr/>
        </p:nvSpPr>
        <p:spPr>
          <a:xfrm>
            <a:off x="6637282" y="2467173"/>
            <a:ext cx="122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Camera &amp; Video</a:t>
            </a:r>
          </a:p>
        </p:txBody>
      </p:sp>
      <p:pic>
        <p:nvPicPr>
          <p:cNvPr id="1030" name="Picture 6" descr="Video pause button - Free interface icons">
            <a:extLst>
              <a:ext uri="{FF2B5EF4-FFF2-40B4-BE49-F238E27FC236}">
                <a16:creationId xmlns:a16="http://schemas.microsoft.com/office/drawing/2014/main" id="{6C5ED953-5F95-F0DB-5A98-94812D310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43" y="2750817"/>
            <a:ext cx="457497" cy="45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D1640A1-6BD3-4408-4087-F82704E57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221" y="2735803"/>
            <a:ext cx="457497" cy="44007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4CA8CC2-FB50-AFB0-A940-9793C55DDCB1}"/>
              </a:ext>
            </a:extLst>
          </p:cNvPr>
          <p:cNvSpPr txBox="1"/>
          <p:nvPr/>
        </p:nvSpPr>
        <p:spPr>
          <a:xfrm>
            <a:off x="9365471" y="2824422"/>
            <a:ext cx="673555" cy="2734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B5586B6-428F-F01E-6DD1-70DE4FD0B18A}"/>
              </a:ext>
            </a:extLst>
          </p:cNvPr>
          <p:cNvSpPr/>
          <p:nvPr/>
        </p:nvSpPr>
        <p:spPr>
          <a:xfrm>
            <a:off x="9428103" y="2951284"/>
            <a:ext cx="6095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86850E28-EF6F-64CC-1302-77C44E6AB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422" y="549832"/>
            <a:ext cx="1097375" cy="3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5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F9A7-9330-8441-8F4D-83920E61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31BC7A9-F5A2-76E6-29EC-1DF259710A9F}"/>
              </a:ext>
            </a:extLst>
          </p:cNvPr>
          <p:cNvSpPr/>
          <p:nvPr/>
        </p:nvSpPr>
        <p:spPr>
          <a:xfrm>
            <a:off x="2857563" y="643473"/>
            <a:ext cx="7574249" cy="386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ACBBB2FD-B2CF-2E49-DA2B-61B59E645029}"/>
              </a:ext>
            </a:extLst>
          </p:cNvPr>
          <p:cNvSpPr/>
          <p:nvPr/>
        </p:nvSpPr>
        <p:spPr>
          <a:xfrm rot="10800000">
            <a:off x="1760188" y="1019193"/>
            <a:ext cx="8671624" cy="48196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BBEEAB-658A-867F-C1FC-26D029BFA75C}"/>
              </a:ext>
            </a:extLst>
          </p:cNvPr>
          <p:cNvSpPr/>
          <p:nvPr/>
        </p:nvSpPr>
        <p:spPr>
          <a:xfrm>
            <a:off x="1760194" y="1027147"/>
            <a:ext cx="8671623" cy="481166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F4531-C11B-842B-B209-F686D127FA8C}"/>
              </a:ext>
            </a:extLst>
          </p:cNvPr>
          <p:cNvSpPr txBox="1"/>
          <p:nvPr/>
        </p:nvSpPr>
        <p:spPr>
          <a:xfrm>
            <a:off x="6839115" y="1348248"/>
            <a:ext cx="1276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1083BE-6766-DB3F-3560-1E24795A6EE0}"/>
              </a:ext>
            </a:extLst>
          </p:cNvPr>
          <p:cNvSpPr/>
          <p:nvPr/>
        </p:nvSpPr>
        <p:spPr>
          <a:xfrm>
            <a:off x="7732256" y="1384710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777C0B-7F57-2242-488E-9A7AAAC98229}"/>
              </a:ext>
            </a:extLst>
          </p:cNvPr>
          <p:cNvCxnSpPr>
            <a:cxnSpLocks/>
          </p:cNvCxnSpPr>
          <p:nvPr/>
        </p:nvCxnSpPr>
        <p:spPr>
          <a:xfrm>
            <a:off x="7968990" y="2749443"/>
            <a:ext cx="245623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4470FE-24F2-D8ED-CB3C-74E14E201024}"/>
              </a:ext>
            </a:extLst>
          </p:cNvPr>
          <p:cNvSpPr/>
          <p:nvPr/>
        </p:nvSpPr>
        <p:spPr>
          <a:xfrm>
            <a:off x="7732255" y="2001540"/>
            <a:ext cx="1276779" cy="2733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6EDAA-B7B2-6954-E3CC-E35CD36CBDBB}"/>
              </a:ext>
            </a:extLst>
          </p:cNvPr>
          <p:cNvSpPr txBox="1"/>
          <p:nvPr/>
        </p:nvSpPr>
        <p:spPr>
          <a:xfrm>
            <a:off x="6839115" y="1949308"/>
            <a:ext cx="974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5ABBD-FEE9-B723-C2BE-593905304273}"/>
              </a:ext>
            </a:extLst>
          </p:cNvPr>
          <p:cNvSpPr txBox="1"/>
          <p:nvPr/>
        </p:nvSpPr>
        <p:spPr>
          <a:xfrm>
            <a:off x="9036988" y="1364895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7133B-D02A-4DA2-B072-C1018A14911B}"/>
              </a:ext>
            </a:extLst>
          </p:cNvPr>
          <p:cNvSpPr txBox="1"/>
          <p:nvPr/>
        </p:nvSpPr>
        <p:spPr>
          <a:xfrm>
            <a:off x="9036988" y="1975481"/>
            <a:ext cx="511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DA0C46-88F2-9DC0-FDCB-ED1A97254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144" y="1113542"/>
            <a:ext cx="511426" cy="152727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4C45DD-EDAA-12CE-6322-5DFA0480E6A6}"/>
              </a:ext>
            </a:extLst>
          </p:cNvPr>
          <p:cNvCxnSpPr>
            <a:cxnSpLocks/>
          </p:cNvCxnSpPr>
          <p:nvPr/>
        </p:nvCxnSpPr>
        <p:spPr>
          <a:xfrm>
            <a:off x="6804632" y="1023186"/>
            <a:ext cx="2" cy="48156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B68480-19D4-840F-BE72-109482484796}"/>
              </a:ext>
            </a:extLst>
          </p:cNvPr>
          <p:cNvSpPr txBox="1"/>
          <p:nvPr/>
        </p:nvSpPr>
        <p:spPr>
          <a:xfrm>
            <a:off x="3229870" y="3148949"/>
            <a:ext cx="205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Camera Previewer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0539B0-CF22-17A8-B658-F74C9676905D}"/>
              </a:ext>
            </a:extLst>
          </p:cNvPr>
          <p:cNvCxnSpPr>
            <a:cxnSpLocks/>
          </p:cNvCxnSpPr>
          <p:nvPr/>
        </p:nvCxnSpPr>
        <p:spPr>
          <a:xfrm>
            <a:off x="6798048" y="3336224"/>
            <a:ext cx="36337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4CC7B89-7F3A-D046-3545-64AE06A93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257" y="2783711"/>
            <a:ext cx="891710" cy="50532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87CBECA-2C55-DB4A-FA0E-76DE29669CD1}"/>
              </a:ext>
            </a:extLst>
          </p:cNvPr>
          <p:cNvSpPr txBox="1"/>
          <p:nvPr/>
        </p:nvSpPr>
        <p:spPr>
          <a:xfrm>
            <a:off x="6798048" y="2560814"/>
            <a:ext cx="122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Camera &amp; Video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2F908B9C-125A-EB71-0030-9033417819E1}"/>
              </a:ext>
            </a:extLst>
          </p:cNvPr>
          <p:cNvSpPr txBox="1"/>
          <p:nvPr/>
        </p:nvSpPr>
        <p:spPr>
          <a:xfrm>
            <a:off x="8874875" y="2894793"/>
            <a:ext cx="673555" cy="2734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3B33CA1C-0AC6-FEA9-9043-EA3E0289724B}"/>
              </a:ext>
            </a:extLst>
          </p:cNvPr>
          <p:cNvSpPr/>
          <p:nvPr/>
        </p:nvSpPr>
        <p:spPr>
          <a:xfrm>
            <a:off x="8937507" y="3021655"/>
            <a:ext cx="6095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DC6DD52-672E-7491-53EE-A037DB263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735" y="2747131"/>
            <a:ext cx="615689" cy="594766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14B2B36B-2EFE-EF80-1E62-C9FE1971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188" y="643473"/>
            <a:ext cx="1097375" cy="375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13CD8-230C-C3FB-0126-B3DE3FFFE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105" y="5911744"/>
            <a:ext cx="1272650" cy="5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2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52C61-7F00-95DB-8FED-652B9F5E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2" y="150828"/>
            <a:ext cx="11461216" cy="656105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A9BE96-1F93-C312-2ADE-D02378978FC4}"/>
              </a:ext>
            </a:extLst>
          </p:cNvPr>
          <p:cNvCxnSpPr>
            <a:cxnSpLocks/>
          </p:cNvCxnSpPr>
          <p:nvPr/>
        </p:nvCxnSpPr>
        <p:spPr>
          <a:xfrm>
            <a:off x="413385" y="457665"/>
            <a:ext cx="114132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8FECC0-5877-E1EC-070B-A8D0AC452441}"/>
              </a:ext>
            </a:extLst>
          </p:cNvPr>
          <p:cNvCxnSpPr>
            <a:cxnSpLocks/>
          </p:cNvCxnSpPr>
          <p:nvPr/>
        </p:nvCxnSpPr>
        <p:spPr>
          <a:xfrm>
            <a:off x="413384" y="6475442"/>
            <a:ext cx="114132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0C3342-2F04-5A69-7A87-7209C9265AC8}"/>
              </a:ext>
            </a:extLst>
          </p:cNvPr>
          <p:cNvCxnSpPr>
            <a:cxnSpLocks/>
          </p:cNvCxnSpPr>
          <p:nvPr/>
        </p:nvCxnSpPr>
        <p:spPr>
          <a:xfrm>
            <a:off x="11812905" y="457665"/>
            <a:ext cx="0" cy="6017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641BB5-B3C9-0713-8B14-D3941749A9FE}"/>
              </a:ext>
            </a:extLst>
          </p:cNvPr>
          <p:cNvCxnSpPr>
            <a:cxnSpLocks/>
          </p:cNvCxnSpPr>
          <p:nvPr/>
        </p:nvCxnSpPr>
        <p:spPr>
          <a:xfrm>
            <a:off x="8914257" y="457665"/>
            <a:ext cx="0" cy="6017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1C2C63-F1EC-1214-9663-51A57FA64342}"/>
              </a:ext>
            </a:extLst>
          </p:cNvPr>
          <p:cNvCxnSpPr>
            <a:cxnSpLocks/>
          </p:cNvCxnSpPr>
          <p:nvPr/>
        </p:nvCxnSpPr>
        <p:spPr>
          <a:xfrm>
            <a:off x="413384" y="457665"/>
            <a:ext cx="0" cy="6017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18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E89EF8-BDA5-98DC-385D-26654FCBB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32" y="148471"/>
            <a:ext cx="11461216" cy="6561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26B49-405B-2030-1100-BE37B35B3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285" y="3212554"/>
            <a:ext cx="2798445" cy="868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B85B4F-F213-55CC-373C-9B7BE0291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724" y="3528060"/>
            <a:ext cx="396866" cy="3752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083B5B-0640-5F53-F717-767710AD6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279" y="3528059"/>
            <a:ext cx="396866" cy="3752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2A78A8-0570-22E9-A72C-7FC260471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133" y="3559677"/>
            <a:ext cx="312048" cy="3120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FD9707-8CC8-FB92-298F-846A77C2C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279" y="3528059"/>
            <a:ext cx="396866" cy="37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8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0C260-1A67-4387-1CC3-CFD40275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5" y="2933657"/>
            <a:ext cx="12109229" cy="990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E11FA-0885-4134-FFD4-B7DF98D3F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030" y="3253636"/>
            <a:ext cx="2000100" cy="35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5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104E01-AE06-F4E2-715B-C46897278676}"/>
              </a:ext>
            </a:extLst>
          </p:cNvPr>
          <p:cNvSpPr/>
          <p:nvPr/>
        </p:nvSpPr>
        <p:spPr>
          <a:xfrm>
            <a:off x="4138660" y="2548864"/>
            <a:ext cx="4639580" cy="3388949"/>
          </a:xfrm>
          <a:prstGeom prst="rect">
            <a:avLst/>
          </a:prstGeom>
          <a:solidFill>
            <a:srgbClr val="1C97FC"/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olecule ">
            <a:extLst>
              <a:ext uri="{FF2B5EF4-FFF2-40B4-BE49-F238E27FC236}">
                <a16:creationId xmlns:a16="http://schemas.microsoft.com/office/drawing/2014/main" id="{F940AA92-2B9A-5105-6D0A-433984A7E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565386">
            <a:off x="1514272" y="3633867"/>
            <a:ext cx="772999" cy="77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olecule ">
            <a:extLst>
              <a:ext uri="{FF2B5EF4-FFF2-40B4-BE49-F238E27FC236}">
                <a16:creationId xmlns:a16="http://schemas.microsoft.com/office/drawing/2014/main" id="{BFA6080B-2EBD-C0F0-528F-BA42D128E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526049">
            <a:off x="1959345" y="1986679"/>
            <a:ext cx="772999" cy="77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zyme ">
            <a:extLst>
              <a:ext uri="{FF2B5EF4-FFF2-40B4-BE49-F238E27FC236}">
                <a16:creationId xmlns:a16="http://schemas.microsoft.com/office/drawing/2014/main" id="{7F4F3916-F550-D5F2-EA59-4AEE3BC4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59928">
            <a:off x="199793" y="91446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Molecule ">
            <a:extLst>
              <a:ext uri="{FF2B5EF4-FFF2-40B4-BE49-F238E27FC236}">
                <a16:creationId xmlns:a16="http://schemas.microsoft.com/office/drawing/2014/main" id="{533F28CF-7E03-25F0-9B36-AC1D754DB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4911">
            <a:off x="3037463" y="2557873"/>
            <a:ext cx="772999" cy="77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lask ">
            <a:extLst>
              <a:ext uri="{FF2B5EF4-FFF2-40B4-BE49-F238E27FC236}">
                <a16:creationId xmlns:a16="http://schemas.microsoft.com/office/drawing/2014/main" id="{1DE085D1-1E59-2DAD-F77C-0C8ADA376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666" y="351955"/>
            <a:ext cx="1073421" cy="12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lecule ">
            <a:extLst>
              <a:ext uri="{FF2B5EF4-FFF2-40B4-BE49-F238E27FC236}">
                <a16:creationId xmlns:a16="http://schemas.microsoft.com/office/drawing/2014/main" id="{DD1FBBF1-EEF3-7E43-63B6-2AC5846D6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5561">
            <a:off x="4212032" y="518542"/>
            <a:ext cx="1327306" cy="88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A1A9D-CCCE-10FD-E6C9-38876151B8D2}"/>
              </a:ext>
            </a:extLst>
          </p:cNvPr>
          <p:cNvSpPr txBox="1"/>
          <p:nvPr/>
        </p:nvSpPr>
        <p:spPr>
          <a:xfrm>
            <a:off x="5026884" y="3042502"/>
            <a:ext cx="302965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TNH OPTIMA</a:t>
            </a:r>
          </a:p>
        </p:txBody>
      </p:sp>
      <p:pic>
        <p:nvPicPr>
          <p:cNvPr id="1036" name="Picture 12" descr="Chemistry ">
            <a:extLst>
              <a:ext uri="{FF2B5EF4-FFF2-40B4-BE49-F238E27FC236}">
                <a16:creationId xmlns:a16="http://schemas.microsoft.com/office/drawing/2014/main" id="{A768B231-9A35-C43A-2345-F7FAF89E3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2" y="4483874"/>
            <a:ext cx="224539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B36A0F-9130-6D07-A34D-66BE2478A84A}"/>
              </a:ext>
            </a:extLst>
          </p:cNvPr>
          <p:cNvSpPr txBox="1"/>
          <p:nvPr/>
        </p:nvSpPr>
        <p:spPr>
          <a:xfrm>
            <a:off x="5995820" y="3560455"/>
            <a:ext cx="10917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1.1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EBC586-5753-E599-6871-A795ED7C4D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34848">
            <a:off x="442966" y="2751902"/>
            <a:ext cx="2487890" cy="1198207"/>
          </a:xfrm>
          <a:prstGeom prst="rect">
            <a:avLst/>
          </a:prstGeom>
        </p:spPr>
      </p:pic>
      <p:pic>
        <p:nvPicPr>
          <p:cNvPr id="7" name="Picture 6" descr="Molecule ">
            <a:extLst>
              <a:ext uri="{FF2B5EF4-FFF2-40B4-BE49-F238E27FC236}">
                <a16:creationId xmlns:a16="http://schemas.microsoft.com/office/drawing/2014/main" id="{A7EF5C84-4DC9-7D05-31D0-B588D48C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567870">
            <a:off x="2980202" y="3516125"/>
            <a:ext cx="747770" cy="7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2901F4-796A-E156-9937-43D10FD8E9AB}"/>
              </a:ext>
            </a:extLst>
          </p:cNvPr>
          <p:cNvCxnSpPr>
            <a:cxnSpLocks/>
          </p:cNvCxnSpPr>
          <p:nvPr/>
        </p:nvCxnSpPr>
        <p:spPr>
          <a:xfrm flipH="1">
            <a:off x="3224437" y="3449955"/>
            <a:ext cx="3990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DF68F0-69BD-AD1E-C820-288D30868309}"/>
              </a:ext>
            </a:extLst>
          </p:cNvPr>
          <p:cNvCxnSpPr>
            <a:cxnSpLocks/>
          </p:cNvCxnSpPr>
          <p:nvPr/>
        </p:nvCxnSpPr>
        <p:spPr>
          <a:xfrm flipH="1">
            <a:off x="2011094" y="4847140"/>
            <a:ext cx="4161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3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8BB96-D98E-452F-05CA-734D5402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57" y="1714351"/>
            <a:ext cx="4679085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2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EE44B-D614-0022-2672-8DFE0F66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" y="94961"/>
            <a:ext cx="12071126" cy="66680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3A54D3-DF9A-8656-F46E-0CA43943C618}"/>
              </a:ext>
            </a:extLst>
          </p:cNvPr>
          <p:cNvSpPr txBox="1"/>
          <p:nvPr/>
        </p:nvSpPr>
        <p:spPr>
          <a:xfrm>
            <a:off x="8557592" y="194353"/>
            <a:ext cx="1311966" cy="477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500" b="1">
                <a:solidFill>
                  <a:srgbClr val="0070C0"/>
                </a:solidFill>
              </a:rPr>
              <a:t>T= 15 s</a:t>
            </a:r>
          </a:p>
        </p:txBody>
      </p:sp>
    </p:spTree>
    <p:extLst>
      <p:ext uri="{BB962C8B-B14F-4D97-AF65-F5344CB8AC3E}">
        <p14:creationId xmlns:p14="http://schemas.microsoft.com/office/powerpoint/2010/main" val="109117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5637</TotalTime>
  <Words>104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MRBEN</dc:creator>
  <cp:lastModifiedBy>MRBEN</cp:lastModifiedBy>
  <cp:revision>18</cp:revision>
  <dcterms:created xsi:type="dcterms:W3CDTF">2026-01-28T00:02:11Z</dcterms:created>
  <dcterms:modified xsi:type="dcterms:W3CDTF">2026-02-28T06:53:26Z</dcterms:modified>
</cp:coreProperties>
</file>